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80" r:id="rId2"/>
    <p:sldId id="282" r:id="rId3"/>
    <p:sldId id="310" r:id="rId4"/>
    <p:sldId id="313" r:id="rId5"/>
    <p:sldId id="301" r:id="rId6"/>
    <p:sldId id="311" r:id="rId7"/>
    <p:sldId id="303" r:id="rId8"/>
    <p:sldId id="290" r:id="rId9"/>
    <p:sldId id="304" r:id="rId10"/>
    <p:sldId id="305" r:id="rId11"/>
    <p:sldId id="306" r:id="rId12"/>
    <p:sldId id="307" r:id="rId13"/>
    <p:sldId id="308" r:id="rId14"/>
    <p:sldId id="309" r:id="rId15"/>
    <p:sldId id="312" r:id="rId16"/>
    <p:sldId id="314" r:id="rId17"/>
    <p:sldId id="315" r:id="rId18"/>
    <p:sldId id="316" r:id="rId19"/>
    <p:sldId id="317" r:id="rId20"/>
    <p:sldId id="318" r:id="rId21"/>
    <p:sldId id="287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7669" autoAdjust="0"/>
  </p:normalViewPr>
  <p:slideViewPr>
    <p:cSldViewPr>
      <p:cViewPr>
        <p:scale>
          <a:sx n="100" d="100"/>
          <a:sy n="100" d="100"/>
        </p:scale>
        <p:origin x="-979" y="3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6E294-8BFA-484A-8F53-74DC515B1E3B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597C0-8E4B-434F-8FF4-9B93EB15F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23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CC1599E-EB22-465B-84AD-30E9A449361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8963779-330B-4B3C-A7C5-7FE7BE4332B4}" type="datetimeFigureOut">
              <a:rPr lang="ko-KR" altLang="en-US" smtClean="0"/>
              <a:t>2018-12-21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0verc10ck/Sysprog/blob/master/demo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455165" y="4015209"/>
            <a:ext cx="7543800" cy="1069975"/>
          </a:xfrm>
        </p:spPr>
        <p:txBody>
          <a:bodyPr/>
          <a:lstStyle/>
          <a:p>
            <a:pPr algn="ctr"/>
            <a:r>
              <a:rPr lang="en-US" altLang="ko-KR" sz="4400" dirty="0" smtClean="0"/>
              <a:t>“</a:t>
            </a:r>
            <a:r>
              <a:rPr lang="ko-KR" altLang="en-US" sz="4400" dirty="0" err="1" smtClean="0"/>
              <a:t>조커뽑</a:t>
            </a:r>
            <a:r>
              <a:rPr lang="ko-KR" altLang="en-US" sz="4400" dirty="0" err="1"/>
              <a:t>기</a:t>
            </a:r>
            <a:r>
              <a:rPr lang="ko-KR" altLang="en-US" sz="4400" dirty="0" smtClean="0"/>
              <a:t> 게임</a:t>
            </a:r>
            <a:r>
              <a:rPr lang="en-US" altLang="ko-KR" sz="4400" dirty="0" smtClean="0"/>
              <a:t>”</a:t>
            </a:r>
            <a:endParaRPr lang="ko-KR" altLang="en-US" sz="4400" dirty="0"/>
          </a:p>
        </p:txBody>
      </p:sp>
      <p:pic>
        <p:nvPicPr>
          <p:cNvPr id="7" name="Picture 4" descr="C:\Users\TG\Desktop\2017112436\2018 2\시스템프로그래밍\팀프로젝트\발표자료 사진\KakaoTalk_20181220_1448522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6552727" cy="327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68144" y="5013176"/>
            <a:ext cx="21002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팀</a:t>
            </a:r>
            <a:endParaRPr lang="en-US" altLang="ko-KR" dirty="0" smtClean="0"/>
          </a:p>
          <a:p>
            <a:r>
              <a:rPr lang="ko-KR" altLang="en-US" dirty="0" smtClean="0"/>
              <a:t>강승우 </a:t>
            </a:r>
            <a:r>
              <a:rPr lang="en-US" altLang="ko-KR" dirty="0" smtClean="0"/>
              <a:t>2017112436</a:t>
            </a:r>
          </a:p>
          <a:p>
            <a:r>
              <a:rPr lang="ko-KR" altLang="en-US" dirty="0" smtClean="0"/>
              <a:t>문준범 </a:t>
            </a:r>
            <a:r>
              <a:rPr lang="en-US" altLang="ko-KR" dirty="0" smtClean="0"/>
              <a:t>2017113617</a:t>
            </a:r>
          </a:p>
          <a:p>
            <a:r>
              <a:rPr lang="ko-KR" altLang="en-US" dirty="0" smtClean="0"/>
              <a:t>박서린 </a:t>
            </a:r>
            <a:r>
              <a:rPr lang="en-US" altLang="ko-KR" dirty="0" smtClean="0"/>
              <a:t>2017111393</a:t>
            </a:r>
          </a:p>
          <a:p>
            <a:r>
              <a:rPr lang="ko-KR" altLang="en-US" dirty="0" smtClean="0"/>
              <a:t>정제현 </a:t>
            </a:r>
            <a:r>
              <a:rPr lang="en-US" altLang="ko-KR" dirty="0" smtClean="0"/>
              <a:t>2017110115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054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14232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 smtClean="0"/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584" y="1779686"/>
            <a:ext cx="3073277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400" dirty="0" smtClean="0"/>
              <a:t>프로젝트 소개</a:t>
            </a:r>
            <a:endParaRPr lang="en-US" altLang="ko-KR" sz="2400" dirty="0" smtClean="0"/>
          </a:p>
          <a:p>
            <a:pPr marL="285750" indent="-285750">
              <a:buFontTx/>
              <a:buChar char="-"/>
            </a:pPr>
            <a:endParaRPr lang="en-US" altLang="ko-KR" sz="2400" dirty="0"/>
          </a:p>
          <a:p>
            <a:pPr marL="285750" indent="-285750">
              <a:buFontTx/>
              <a:buChar char="-"/>
            </a:pPr>
            <a:r>
              <a:rPr lang="ko-KR" altLang="en-US" sz="2400" dirty="0" smtClean="0"/>
              <a:t>프로그램 작동 과정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 smtClean="0"/>
              <a:t>코드 설명</a:t>
            </a:r>
            <a:endParaRPr lang="en-US" altLang="ko-KR" sz="2400" dirty="0" smtClean="0"/>
          </a:p>
          <a:p>
            <a:pPr marL="285750" indent="-285750">
              <a:buFontTx/>
              <a:buChar char="-"/>
            </a:pPr>
            <a:endParaRPr lang="en-US" altLang="ko-KR" sz="2400" dirty="0"/>
          </a:p>
          <a:p>
            <a:pPr marL="285750" indent="-285750">
              <a:buFontTx/>
              <a:buChar char="-"/>
            </a:pPr>
            <a:r>
              <a:rPr lang="ko-KR" altLang="en-US" sz="2400" dirty="0" smtClean="0"/>
              <a:t>데모 </a:t>
            </a:r>
            <a:r>
              <a:rPr lang="ko-KR" altLang="en-US" sz="2400" dirty="0" smtClean="0"/>
              <a:t>영상</a:t>
            </a:r>
            <a:endParaRPr lang="en-US" altLang="ko-KR" sz="1400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818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996952"/>
            <a:ext cx="369844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smtClean="0"/>
              <a:t>프로젝트 소개</a:t>
            </a:r>
            <a:endParaRPr lang="en-US" altLang="ko-KR" sz="4400" dirty="0" smtClean="0"/>
          </a:p>
          <a:p>
            <a:endParaRPr lang="en-US" altLang="ko-KR" sz="4400" dirty="0" smtClean="0"/>
          </a:p>
          <a:p>
            <a:r>
              <a:rPr lang="en-US" altLang="ko-KR" sz="4400" dirty="0"/>
              <a:t> </a:t>
            </a:r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1060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2739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프로젝트 소개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79686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1988254"/>
            <a:ext cx="6003567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smtClean="0"/>
              <a:t> </a:t>
            </a:r>
            <a:r>
              <a:rPr lang="en-US" altLang="ko-KR" sz="2400" b="1" dirty="0" smtClean="0"/>
              <a:t>-  </a:t>
            </a:r>
            <a:r>
              <a:rPr lang="ko-KR" altLang="en-US" sz="2400" b="1" dirty="0" smtClean="0"/>
              <a:t>주제</a:t>
            </a:r>
            <a:r>
              <a:rPr lang="en-US" altLang="ko-KR" sz="2400" b="1" dirty="0" smtClean="0"/>
              <a:t>     </a:t>
            </a:r>
            <a:endParaRPr lang="en-US" altLang="ko-KR" b="1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소켓통신을 이용한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조커뽑기</a:t>
            </a:r>
            <a:r>
              <a:rPr lang="ko-KR" altLang="en-US" dirty="0" smtClean="0"/>
              <a:t> 카드게임</a:t>
            </a:r>
            <a:r>
              <a:rPr lang="en-US" altLang="ko-KR" dirty="0" smtClean="0"/>
              <a:t>”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r>
              <a:rPr lang="en-US" altLang="ko-KR" sz="2400" dirty="0" smtClean="0"/>
              <a:t>  </a:t>
            </a:r>
            <a:r>
              <a:rPr lang="en-US" altLang="ko-KR" sz="2400" b="1" dirty="0" smtClean="0"/>
              <a:t>-  </a:t>
            </a:r>
            <a:r>
              <a:rPr lang="ko-KR" altLang="en-US" sz="2400" b="1" dirty="0" smtClean="0"/>
              <a:t>이 주제를 선택한 동기</a:t>
            </a:r>
            <a:endParaRPr lang="en-US" altLang="ko-KR" sz="2400" b="1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소켓통신 개념을 활용하기 위해 생각한 간단한 게임 중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카드게임이 적합하다고 생각했고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      </a:t>
            </a:r>
            <a:r>
              <a:rPr lang="ko-KR" altLang="en-US" dirty="0" smtClean="0"/>
              <a:t>카드게임 중에서 </a:t>
            </a:r>
            <a:r>
              <a:rPr lang="en-US" altLang="ko-KR" dirty="0"/>
              <a:t>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조커뽑</a:t>
            </a:r>
            <a:r>
              <a:rPr lang="ko-KR" altLang="en-US" dirty="0" err="1"/>
              <a:t>기</a:t>
            </a:r>
            <a:r>
              <a:rPr lang="ko-KR" altLang="en-US" dirty="0" smtClean="0"/>
              <a:t> 카드게임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 선택함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208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2739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프로젝트 소개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79686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1196752"/>
            <a:ext cx="7826181" cy="57246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sz="2400" b="1" dirty="0" smtClean="0"/>
              <a:t>-  </a:t>
            </a:r>
            <a:r>
              <a:rPr lang="ko-KR" altLang="en-US" sz="2400" b="1" dirty="0" smtClean="0"/>
              <a:t>기본 규칙</a:t>
            </a:r>
            <a:endParaRPr lang="en-US" altLang="ko-KR" sz="2400" b="1" dirty="0" smtClean="0"/>
          </a:p>
          <a:p>
            <a:endParaRPr lang="en-US" altLang="ko-KR" dirty="0"/>
          </a:p>
          <a:p>
            <a:r>
              <a:rPr lang="en-US" altLang="ko-KR" dirty="0"/>
              <a:t>      (1)   </a:t>
            </a:r>
            <a:r>
              <a:rPr lang="ko-KR" altLang="en-US" dirty="0"/>
              <a:t>조커 한 장을 포함한 </a:t>
            </a:r>
            <a:r>
              <a:rPr lang="en-US" altLang="ko-KR" dirty="0"/>
              <a:t>53</a:t>
            </a:r>
            <a:r>
              <a:rPr lang="ko-KR" altLang="en-US" dirty="0"/>
              <a:t>장의 카드를 전부 나눠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    (2)   </a:t>
            </a:r>
            <a:r>
              <a:rPr lang="ko-KR" altLang="en-US" dirty="0"/>
              <a:t>분배 받은 카드들을 보고</a:t>
            </a:r>
            <a:r>
              <a:rPr lang="en-US" altLang="ko-KR" dirty="0"/>
              <a:t>,</a:t>
            </a:r>
            <a:r>
              <a:rPr lang="ko-KR" altLang="en-US" dirty="0"/>
              <a:t> 숫자 </a:t>
            </a:r>
            <a:r>
              <a:rPr lang="en-US" altLang="ko-KR" dirty="0"/>
              <a:t>or </a:t>
            </a:r>
            <a:r>
              <a:rPr lang="ko-KR" altLang="en-US" dirty="0"/>
              <a:t>글자가 같은 모든 카드 쌍들을 </a:t>
            </a:r>
            <a:endParaRPr lang="en-US" altLang="ko-KR" dirty="0"/>
          </a:p>
          <a:p>
            <a:r>
              <a:rPr lang="en-US" altLang="ko-KR" dirty="0"/>
              <a:t>              </a:t>
            </a:r>
            <a:r>
              <a:rPr lang="ko-KR" altLang="en-US" dirty="0"/>
              <a:t>버린다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참여자들이 카드 버리는 것을 완료하면 게임이 시작된다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(3)   (</a:t>
            </a:r>
            <a:r>
              <a:rPr lang="ko-KR" altLang="en-US" dirty="0"/>
              <a:t>반</a:t>
            </a:r>
            <a:r>
              <a:rPr lang="en-US" altLang="ko-KR" dirty="0"/>
              <a:t>)</a:t>
            </a:r>
            <a:r>
              <a:rPr lang="ko-KR" altLang="en-US" dirty="0"/>
              <a:t>시계방향 순으로 </a:t>
            </a:r>
            <a:r>
              <a:rPr lang="ko-KR" altLang="en-US" dirty="0" smtClean="0"/>
              <a:t>진행하며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자신의 턴이 되면 다음 사람의 </a:t>
            </a:r>
            <a:r>
              <a:rPr lang="ko-KR" altLang="en-US" dirty="0"/>
              <a:t>카드를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    </a:t>
            </a:r>
            <a:r>
              <a:rPr lang="ko-KR" altLang="en-US" dirty="0" smtClean="0"/>
              <a:t>한 </a:t>
            </a:r>
            <a:r>
              <a:rPr lang="ko-KR" altLang="en-US" dirty="0"/>
              <a:t>장 가져온다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    (4)   </a:t>
            </a:r>
            <a:r>
              <a:rPr lang="ko-KR" altLang="en-US" dirty="0"/>
              <a:t>가져온 카드와 짝이 맞는 카드가 있으면 버리고 아니면 가진다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      (5)   (3),(4)</a:t>
            </a:r>
            <a:r>
              <a:rPr lang="ko-KR" altLang="en-US" dirty="0"/>
              <a:t>의 과정을 반복하여 자신이 가진 카드를 모두 버리면 게임에서</a:t>
            </a:r>
            <a:endParaRPr lang="en-US" altLang="ko-KR" dirty="0"/>
          </a:p>
          <a:p>
            <a:r>
              <a:rPr lang="en-US" altLang="ko-KR" dirty="0"/>
              <a:t>               </a:t>
            </a:r>
            <a:r>
              <a:rPr lang="ko-KR" altLang="en-US" dirty="0"/>
              <a:t>승리한다</a:t>
            </a:r>
            <a:r>
              <a:rPr lang="en-US" altLang="ko-KR" dirty="0"/>
              <a:t>.    </a:t>
            </a:r>
          </a:p>
          <a:p>
            <a:endParaRPr lang="en-US" altLang="ko-KR" dirty="0"/>
          </a:p>
          <a:p>
            <a:r>
              <a:rPr lang="en-US" altLang="ko-KR" dirty="0"/>
              <a:t>      (6)    </a:t>
            </a:r>
            <a:r>
              <a:rPr lang="ko-KR" altLang="en-US" dirty="0"/>
              <a:t>마지막에 조커를 가진 사람이 게임에서 패배한다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      </a:t>
            </a:r>
            <a:r>
              <a:rPr lang="ko-KR" altLang="en-US" dirty="0">
                <a:solidFill>
                  <a:srgbClr val="FF0000"/>
                </a:solidFill>
              </a:rPr>
              <a:t>주의</a:t>
            </a:r>
            <a:r>
              <a:rPr lang="en-US" altLang="ko-KR" dirty="0">
                <a:solidFill>
                  <a:srgbClr val="FF0000"/>
                </a:solidFill>
              </a:rPr>
              <a:t>! </a:t>
            </a:r>
            <a:r>
              <a:rPr lang="ko-KR" altLang="en-US" dirty="0">
                <a:solidFill>
                  <a:srgbClr val="FF0000"/>
                </a:solidFill>
              </a:rPr>
              <a:t>카드를 버릴 때는 반드시 한 쌍</a:t>
            </a:r>
            <a:r>
              <a:rPr lang="en-US" altLang="ko-KR" dirty="0">
                <a:solidFill>
                  <a:srgbClr val="FF0000"/>
                </a:solidFill>
              </a:rPr>
              <a:t>(2</a:t>
            </a:r>
            <a:r>
              <a:rPr lang="ko-KR" altLang="en-US" dirty="0">
                <a:solidFill>
                  <a:srgbClr val="FF0000"/>
                </a:solidFill>
              </a:rPr>
              <a:t>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씩 버린다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28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996952"/>
            <a:ext cx="508344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smtClean="0"/>
              <a:t>프로그램 작동 원리</a:t>
            </a:r>
            <a:endParaRPr lang="en-US" altLang="ko-KR" sz="4400" dirty="0" smtClean="0"/>
          </a:p>
          <a:p>
            <a:r>
              <a:rPr lang="en-US" altLang="ko-KR" sz="4400" dirty="0"/>
              <a:t> </a:t>
            </a:r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66562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484784"/>
            <a:ext cx="616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서버에서 </a:t>
            </a:r>
            <a:r>
              <a:rPr lang="en-US" altLang="ko-KR" dirty="0" smtClean="0"/>
              <a:t>4</a:t>
            </a:r>
            <a:r>
              <a:rPr lang="ko-KR" altLang="en-US" dirty="0"/>
              <a:t>개</a:t>
            </a:r>
            <a:r>
              <a:rPr lang="ko-KR" altLang="en-US" dirty="0" smtClean="0"/>
              <a:t>의 클라이언트가</a:t>
            </a:r>
            <a:r>
              <a:rPr lang="en-US" altLang="ko-KR" dirty="0"/>
              <a:t> </a:t>
            </a:r>
            <a:r>
              <a:rPr lang="ko-KR" altLang="en-US" dirty="0" smtClean="0"/>
              <a:t>연결될 때까지 기다립니다</a:t>
            </a:r>
            <a:r>
              <a:rPr lang="en-US" altLang="ko-KR" dirty="0" smtClean="0"/>
              <a:t>.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TG\Desktop\2017112436\2018 2\시스템프로그래밍\팀프로젝트\발표자료 사진\KakaoTalk_20181220_16271312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055" y="2766349"/>
            <a:ext cx="1623639" cy="122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92080" y="3140968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Wait..</a:t>
            </a:r>
            <a:endParaRPr lang="ko-KR" altLang="en-US" dirty="0"/>
          </a:p>
        </p:txBody>
      </p:sp>
      <p:pic>
        <p:nvPicPr>
          <p:cNvPr id="22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3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555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484784"/>
            <a:ext cx="5759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4</a:t>
            </a:r>
            <a:r>
              <a:rPr lang="ko-KR" altLang="en-US" dirty="0" smtClean="0"/>
              <a:t>개의 클라이언트가 연결이 되면 게임을 시작합니다</a:t>
            </a:r>
            <a:r>
              <a:rPr lang="en-US" altLang="ko-KR" dirty="0" smtClean="0"/>
              <a:t>.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995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484784"/>
            <a:ext cx="6672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서버는 섞는 카드들을 각 클라이언트에게 분배합니다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그리고 </a:t>
            </a:r>
            <a:endParaRPr lang="en-US" altLang="ko-KR" dirty="0" smtClean="0"/>
          </a:p>
          <a:p>
            <a:r>
              <a:rPr lang="ko-KR" altLang="en-US" dirty="0" smtClean="0"/>
              <a:t>      서버는 다시 각 클라이언트에게 분배한 카드 중 버릴 수 있는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카드 쌍을 자동으로 버려줍니다</a:t>
            </a:r>
            <a:r>
              <a:rPr lang="en-US" altLang="ko-KR" dirty="0" smtClean="0"/>
              <a:t>.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  <p:pic>
        <p:nvPicPr>
          <p:cNvPr id="409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53" y="28038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29562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TG\Desktop\2017112436\2018 2\시스템프로그래밍\팀프로젝트\발표자료 사진\KakaoTalk_20181220_171552969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01" y="5075195"/>
            <a:ext cx="1142926" cy="1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15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484784"/>
            <a:ext cx="6898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모든 클라이언</a:t>
            </a:r>
            <a:r>
              <a:rPr lang="ko-KR" altLang="en-US" dirty="0"/>
              <a:t>트</a:t>
            </a:r>
            <a:r>
              <a:rPr lang="ko-KR" altLang="en-US" dirty="0" smtClean="0"/>
              <a:t>가 시작할 준비가 되면 서버에 지정된 순서대로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턴이 시작됩니다</a:t>
            </a:r>
            <a:r>
              <a:rPr lang="en-US" altLang="ko-KR" dirty="0" smtClean="0"/>
              <a:t>. ( A 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B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C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D </a:t>
            </a:r>
            <a:r>
              <a:rPr lang="ko-KR" altLang="en-US" dirty="0" smtClean="0"/>
              <a:t>순서를 예시로 함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r>
              <a:rPr lang="en-US" altLang="ko-KR" dirty="0" smtClean="0"/>
              <a:t>)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  <p:pic>
        <p:nvPicPr>
          <p:cNvPr id="409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53" y="28038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29562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TG\Desktop\2017112436\2018 2\시스템프로그래밍\팀프로젝트\발표자료 사진\KakaoTalk_20181220_171552969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01" y="5075195"/>
            <a:ext cx="1142926" cy="1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" descr="C:\Users\TG\Desktop\2017112436\2018 2\시스템프로그래밍\팀프로젝트\발표자료 사진\KakaoTalk_20181220_17534129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579" y="2179652"/>
            <a:ext cx="871540" cy="87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09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353542"/>
            <a:ext cx="7641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A</a:t>
            </a:r>
            <a:r>
              <a:rPr lang="ko-KR" altLang="en-US" dirty="0" smtClean="0"/>
              <a:t>는 서버로 부터 </a:t>
            </a:r>
            <a:r>
              <a:rPr lang="en-US" altLang="ko-KR" dirty="0" smtClean="0"/>
              <a:t>B(</a:t>
            </a:r>
            <a:r>
              <a:rPr lang="ko-KR" altLang="en-US" dirty="0" smtClean="0"/>
              <a:t>다음 클라이언</a:t>
            </a:r>
            <a:r>
              <a:rPr lang="ko-KR" altLang="en-US" dirty="0"/>
              <a:t>트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카드 개수를 전달받습니다</a:t>
            </a:r>
            <a:r>
              <a:rPr lang="en-US" altLang="ko-KR" dirty="0" smtClean="0"/>
              <a:t>.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A</a:t>
            </a:r>
            <a:r>
              <a:rPr lang="ko-KR" altLang="en-US" dirty="0" smtClean="0"/>
              <a:t>는</a:t>
            </a:r>
            <a:r>
              <a:rPr lang="en-US" altLang="ko-KR" dirty="0"/>
              <a:t> </a:t>
            </a:r>
            <a:r>
              <a:rPr lang="en-US" altLang="ko-KR" dirty="0" smtClean="0"/>
              <a:t>B</a:t>
            </a:r>
            <a:r>
              <a:rPr lang="ko-KR" altLang="en-US" dirty="0" smtClean="0"/>
              <a:t>의</a:t>
            </a:r>
            <a:r>
              <a:rPr lang="en-US" altLang="ko-KR" dirty="0"/>
              <a:t> </a:t>
            </a:r>
            <a:r>
              <a:rPr lang="ko-KR" altLang="en-US" dirty="0" smtClean="0"/>
              <a:t>카드 중 가지고 올 카드의 </a:t>
            </a:r>
            <a:r>
              <a:rPr lang="en-US" altLang="ko-KR" dirty="0" smtClean="0"/>
              <a:t>index</a:t>
            </a:r>
            <a:r>
              <a:rPr lang="ko-KR" altLang="en-US" dirty="0" smtClean="0"/>
              <a:t>값을 서버에 전달해 카드를 </a:t>
            </a:r>
            <a:endParaRPr lang="en-US" altLang="ko-KR" dirty="0" smtClean="0"/>
          </a:p>
          <a:p>
            <a:r>
              <a:rPr lang="en-US" altLang="ko-KR" dirty="0" smtClean="0"/>
              <a:t>     </a:t>
            </a:r>
            <a:r>
              <a:rPr lang="ko-KR" altLang="en-US" dirty="0" smtClean="0"/>
              <a:t>가지고 옵니다</a:t>
            </a:r>
            <a:r>
              <a:rPr lang="en-US" altLang="ko-KR" dirty="0" smtClean="0"/>
              <a:t>.  </a:t>
            </a:r>
            <a:r>
              <a:rPr lang="ko-KR" altLang="en-US" dirty="0" smtClean="0"/>
              <a:t>가져온 카드를 버릴 수 있으면 버리고 아니면 가집니다</a:t>
            </a:r>
            <a:endParaRPr lang="en-US" altLang="ko-KR" dirty="0" smtClean="0"/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  <p:pic>
        <p:nvPicPr>
          <p:cNvPr id="409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53" y="28038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29562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TG\Desktop\2017112436\2018 2\시스템프로그래밍\팀프로젝트\발표자료 사진\KakaoTalk_20181220_171552969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01" y="2708920"/>
            <a:ext cx="1142926" cy="1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TG\Desktop\2017112436\2018 2\시스템프로그래밍\팀프로젝트\발표자료 사진\KakaoTalk_20181220_17534129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579" y="2179652"/>
            <a:ext cx="871540" cy="87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86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340768"/>
            <a:ext cx="787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카드가 모두 처리되고 턴이 종료되면 다음 클라이언</a:t>
            </a:r>
            <a:r>
              <a:rPr lang="ko-KR" altLang="en-US" dirty="0"/>
              <a:t>트</a:t>
            </a:r>
            <a:r>
              <a:rPr lang="ko-KR" altLang="en-US" dirty="0" smtClean="0"/>
              <a:t>로 턴이 넘어갑니다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</a:t>
            </a:r>
            <a:r>
              <a:rPr lang="ko-KR" altLang="en-US" dirty="0" smtClean="0"/>
              <a:t>다음 턴에서도</a:t>
            </a:r>
            <a:r>
              <a:rPr lang="en-US" altLang="ko-KR" dirty="0"/>
              <a:t> </a:t>
            </a:r>
            <a:r>
              <a:rPr lang="ko-KR" altLang="en-US" dirty="0" smtClean="0"/>
              <a:t>마찬가지로 위 과정을 반복합니다</a:t>
            </a:r>
            <a:r>
              <a:rPr lang="en-US" altLang="ko-KR" dirty="0" smtClean="0"/>
              <a:t>.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  <p:pic>
        <p:nvPicPr>
          <p:cNvPr id="409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53" y="28038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29562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TG\Desktop\2017112436\2018 2\시스템프로그래밍\팀프로젝트\발표자료 사진\KakaoTalk_20181220_171552969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01" y="2708920"/>
            <a:ext cx="1142926" cy="1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TG\Desktop\2017112436\2018 2\시스템프로그래밍\팀프로젝트\발표자료 사진\KakaoTalk_20181220_17534129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579" y="4365104"/>
            <a:ext cx="871540" cy="87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1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340768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과정을 반복하다가 하나의 클라이언트에서 카드가 모두 버려지면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게임에서 승리하게 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서버는 승리한 클라이언트를 순서에서</a:t>
            </a:r>
            <a:endParaRPr lang="en-US" altLang="ko-KR" dirty="0" smtClean="0"/>
          </a:p>
          <a:p>
            <a:r>
              <a:rPr lang="en-US" altLang="ko-KR" dirty="0" smtClean="0"/>
              <a:t>      </a:t>
            </a:r>
            <a:r>
              <a:rPr lang="ko-KR" altLang="en-US" dirty="0" smtClean="0"/>
              <a:t>제외시키고 순서를 재조정</a:t>
            </a:r>
            <a:r>
              <a:rPr lang="ko-KR" altLang="en-US" dirty="0"/>
              <a:t>합</a:t>
            </a:r>
            <a:r>
              <a:rPr lang="ko-KR" altLang="en-US" dirty="0" smtClean="0"/>
              <a:t>니다</a:t>
            </a:r>
            <a:r>
              <a:rPr lang="en-US" altLang="ko-KR" dirty="0" smtClean="0"/>
              <a:t>.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  <p:pic>
        <p:nvPicPr>
          <p:cNvPr id="4098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153" y="28038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161650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29562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TG\Desktop\2017112436\2018 2\시스템프로그래밍\팀프로젝트\발표자료 사진\KakaoTalk_20181220_171552969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645" y="2531129"/>
            <a:ext cx="1142926" cy="1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TG\Desktop\2017112436\2018 2\시스템프로그래밍\팀프로젝트\발표자료 사진\KakaoTalk_20181220_17534129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158" y="4354071"/>
            <a:ext cx="871540" cy="87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TG\Desktop\2017112436\2018 2\시스템프로그래밍\팀프로젝트\발표자료 사진\KakaoTalk_20181220_180211623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883" y="5258400"/>
            <a:ext cx="1431373" cy="82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38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3653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프로그램 작동 원리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2" name="Picture 4" descr="C:\Users\TG\Desktop\2017112436\2018 2\시스템프로그래밍\팀프로젝트\발표자료 사진\KakaoTalk_20181220_15584614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19" y="3706779"/>
            <a:ext cx="1594429" cy="15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1340768"/>
            <a:ext cx="753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승리한 클라이언트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개가 </a:t>
            </a:r>
            <a:r>
              <a:rPr lang="ko-KR" altLang="en-US" smtClean="0"/>
              <a:t>나오면 조커를 </a:t>
            </a:r>
            <a:r>
              <a:rPr lang="ko-KR" altLang="en-US" dirty="0" smtClean="0"/>
              <a:t>확인하고 게임은 종료됩니다</a:t>
            </a:r>
            <a:r>
              <a:rPr lang="en-US" altLang="ko-KR" dirty="0" smtClean="0"/>
              <a:t>.</a:t>
            </a:r>
          </a:p>
        </p:txBody>
      </p:sp>
      <p:pic>
        <p:nvPicPr>
          <p:cNvPr id="2055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43" y="2565067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97054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845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52" y="477540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:\Users\TG\Desktop\2017112436\2018 2\시스템프로그래밍\팀프로젝트\발표자료 사진\KakaoTalk_20181220_1615273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13" y="3717032"/>
            <a:ext cx="715991" cy="53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TG\Desktop\2017112436\2018 2\시스템프로그래밍\팀프로젝트\발표자료 사진\KakaoTalk_20181220_16160121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49183"/>
            <a:ext cx="792088" cy="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3" y="4768452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C:\Users\TG\Desktop\2017112436\2018 2\시스템프로그래밍\팀프로젝트\발표자료 사진\KakaoTalk_20181220_1527448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95761"/>
            <a:ext cx="1409303" cy="140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2536" y="3923066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A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23882" y="6165304"/>
            <a:ext cx="9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B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6136" y="6165304"/>
            <a:ext cx="902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C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756330" y="3933056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 D</a:t>
            </a:r>
            <a:endParaRPr lang="ko-KR" altLang="en-US" dirty="0"/>
          </a:p>
        </p:txBody>
      </p:sp>
      <p:pic>
        <p:nvPicPr>
          <p:cNvPr id="27" name="Picture 2" descr="C:\Users\TG\Desktop\2017112436\2018 2\시스템프로그래밍\팀프로젝트\발표자료 사진\KakaoTalk_20181220_17155277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698" y="2956295"/>
            <a:ext cx="931646" cy="9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TG\Desktop\2017112436\2018 2\시스템프로그래밍\팀프로젝트\발표자료 사진\KakaoTalk_20181220_180211623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883" y="5258400"/>
            <a:ext cx="1431373" cy="82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TG\Desktop\2017112436\2018 2\시스템프로그래밍\팀프로젝트\발표자료 사진\KakaoTalk_20181220_180211623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435" y="5270500"/>
            <a:ext cx="1431373" cy="82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TG\Desktop\2017112436\2018 2\시스템프로그래밍\팀프로젝트\발표자료 사진\KakaoTalk_20181220_180211623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96952"/>
            <a:ext cx="1431373" cy="82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5" descr="C:\Users\TG\Desktop\2017112436\2018 2\시스템프로그래밍\팀프로젝트\발표자료 사진\KakaoTalk_20181220_171552969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645" y="2531129"/>
            <a:ext cx="1142926" cy="1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TG\Desktop\2017112436\2018 2\시스템프로그래밍\팀프로젝트\발표자료 사진\KakaoTalk_20181220_171552107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990" y="1678505"/>
            <a:ext cx="1440113" cy="1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38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996952"/>
            <a:ext cx="256993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smtClean="0"/>
              <a:t>코드 설명</a:t>
            </a:r>
            <a:endParaRPr lang="en-US" altLang="ko-KR" sz="4400" dirty="0" smtClean="0"/>
          </a:p>
          <a:p>
            <a:endParaRPr lang="en-US" altLang="ko-KR" sz="4400" dirty="0" smtClean="0"/>
          </a:p>
          <a:p>
            <a:r>
              <a:rPr lang="en-US" altLang="ko-KR" sz="4400" dirty="0"/>
              <a:t> </a:t>
            </a:r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5939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코드 설명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3124200" cy="942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75" y="2780928"/>
            <a:ext cx="6912768" cy="3271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95936" y="1482724"/>
            <a:ext cx="3462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서버는 </a:t>
            </a:r>
            <a:r>
              <a:rPr lang="en-US" altLang="ko-KR" dirty="0" smtClean="0"/>
              <a:t>MAX_CLIENT</a:t>
            </a:r>
            <a:r>
              <a:rPr lang="ko-KR" altLang="en-US" dirty="0" smtClean="0"/>
              <a:t>만큼 </a:t>
            </a:r>
            <a:r>
              <a:rPr lang="en-US" altLang="ko-KR" dirty="0" smtClean="0"/>
              <a:t>client</a:t>
            </a:r>
            <a:r>
              <a:rPr lang="ko-KR" altLang="en-US" dirty="0" smtClean="0"/>
              <a:t>와 </a:t>
            </a:r>
            <a:endParaRPr lang="en-US" altLang="ko-KR" dirty="0" smtClean="0"/>
          </a:p>
          <a:p>
            <a:r>
              <a:rPr lang="ko-KR" altLang="en-US" dirty="0" smtClean="0"/>
              <a:t>연결이 가능하다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36096" y="3347700"/>
            <a:ext cx="30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Client</a:t>
            </a:r>
            <a:r>
              <a:rPr lang="ko-KR" altLang="en-US" dirty="0" smtClean="0"/>
              <a:t>의 연결 요청을 수락함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90250" y="3789040"/>
            <a:ext cx="33981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pushClient</a:t>
            </a:r>
            <a:r>
              <a:rPr lang="en-US" altLang="ko-KR" dirty="0" smtClean="0"/>
              <a:t>()</a:t>
            </a:r>
            <a:r>
              <a:rPr lang="ko-KR" altLang="en-US" dirty="0" smtClean="0"/>
              <a:t>함수에 </a:t>
            </a:r>
            <a:endParaRPr lang="en-US" altLang="ko-KR" dirty="0" smtClean="0"/>
          </a:p>
          <a:p>
            <a:r>
              <a:rPr lang="en-US" altLang="ko-KR" dirty="0" smtClean="0"/>
              <a:t>client file descriptor</a:t>
            </a:r>
            <a:r>
              <a:rPr lang="ko-KR" altLang="en-US" dirty="0" smtClean="0"/>
              <a:t>를 전달하여 </a:t>
            </a:r>
            <a:endParaRPr lang="en-US" altLang="ko-KR" dirty="0" smtClean="0"/>
          </a:p>
          <a:p>
            <a:r>
              <a:rPr lang="en-US" altLang="ko-KR" dirty="0" smtClean="0"/>
              <a:t>client </a:t>
            </a:r>
            <a:r>
              <a:rPr lang="ko-KR" altLang="en-US" dirty="0" smtClean="0"/>
              <a:t>배열에 추가시킴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88024" y="5517232"/>
            <a:ext cx="3439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배열에 추가가 되면</a:t>
            </a:r>
            <a:r>
              <a:rPr lang="en-US" altLang="ko-KR" dirty="0" smtClean="0"/>
              <a:t>) </a:t>
            </a:r>
            <a:r>
              <a:rPr lang="ko-KR" altLang="en-US" dirty="0" smtClean="0"/>
              <a:t>그 </a:t>
            </a:r>
            <a:r>
              <a:rPr lang="en-US" altLang="ko-KR" dirty="0" smtClean="0"/>
              <a:t>Client</a:t>
            </a:r>
            <a:r>
              <a:rPr lang="ko-KR" altLang="en-US" dirty="0" smtClean="0"/>
              <a:t>의 </a:t>
            </a:r>
            <a:endParaRPr lang="en-US" altLang="ko-KR" dirty="0" smtClean="0"/>
          </a:p>
          <a:p>
            <a:r>
              <a:rPr lang="ko-KR" altLang="en-US" dirty="0" err="1" smtClean="0"/>
              <a:t>스레드</a:t>
            </a:r>
            <a:r>
              <a:rPr lang="ko-KR" altLang="en-US" dirty="0" smtClean="0"/>
              <a:t> 생성하여 채팅이 </a:t>
            </a:r>
            <a:endParaRPr lang="en-US" altLang="ko-KR" dirty="0" smtClean="0"/>
          </a:p>
          <a:p>
            <a:r>
              <a:rPr lang="ko-KR" altLang="en-US" dirty="0" smtClean="0"/>
              <a:t>가능하게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96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코드 설명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728419" y="1484784"/>
            <a:ext cx="4100821" cy="2314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1556"/>
          <a:stretch/>
        </p:blipFill>
        <p:spPr bwMode="auto">
          <a:xfrm>
            <a:off x="728418" y="4149080"/>
            <a:ext cx="4100821" cy="2242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23928" y="1741716"/>
            <a:ext cx="3827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인자로 전달된 </a:t>
            </a:r>
            <a:r>
              <a:rPr lang="en-US" altLang="ko-KR" dirty="0" smtClean="0"/>
              <a:t>client file descriptor</a:t>
            </a:r>
            <a:r>
              <a:rPr lang="ko-KR" altLang="en-US" dirty="0" smtClean="0"/>
              <a:t>를 </a:t>
            </a:r>
            <a:endParaRPr lang="en-US" altLang="ko-KR" dirty="0"/>
          </a:p>
          <a:p>
            <a:r>
              <a:rPr lang="en-US" altLang="ko-KR" dirty="0" smtClean="0"/>
              <a:t>Client </a:t>
            </a:r>
            <a:r>
              <a:rPr lang="ko-KR" altLang="en-US" dirty="0" smtClean="0"/>
              <a:t>배열에 저장하는 함수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83967" y="4742914"/>
            <a:ext cx="3768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인자로 전달된 </a:t>
            </a:r>
            <a:r>
              <a:rPr lang="en-US" altLang="ko-KR" dirty="0" smtClean="0"/>
              <a:t>client file </a:t>
            </a:r>
            <a:r>
              <a:rPr lang="en-US" altLang="ko-KR" dirty="0" err="1" smtClean="0"/>
              <a:t>descripter</a:t>
            </a:r>
            <a:r>
              <a:rPr lang="ko-KR" altLang="en-US" dirty="0" smtClean="0"/>
              <a:t>를</a:t>
            </a:r>
            <a:endParaRPr lang="en-US" altLang="ko-KR" dirty="0" smtClean="0"/>
          </a:p>
          <a:p>
            <a:r>
              <a:rPr lang="en-US" altLang="ko-KR" dirty="0" smtClean="0"/>
              <a:t>Client </a:t>
            </a:r>
            <a:r>
              <a:rPr lang="ko-KR" altLang="en-US" dirty="0" smtClean="0"/>
              <a:t>배열에서 삭제하는 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2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코드 설명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7960" b="26225"/>
          <a:stretch/>
        </p:blipFill>
        <p:spPr bwMode="auto">
          <a:xfrm>
            <a:off x="622959" y="4324080"/>
            <a:ext cx="4957154" cy="7611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5749"/>
          <a:stretch/>
        </p:blipFill>
        <p:spPr bwMode="auto">
          <a:xfrm>
            <a:off x="638962" y="2656325"/>
            <a:ext cx="4764553" cy="1966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15616" y="3212976"/>
            <a:ext cx="497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하나의 </a:t>
            </a:r>
            <a:r>
              <a:rPr lang="en-US" altLang="ko-KR" dirty="0" smtClean="0"/>
              <a:t>Client</a:t>
            </a:r>
            <a:r>
              <a:rPr lang="ko-KR" altLang="en-US" dirty="0" smtClean="0"/>
              <a:t>로부터 문자열 받아와 읽어 들인다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5430336"/>
            <a:ext cx="468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읽어들인</a:t>
            </a:r>
            <a:r>
              <a:rPr lang="ko-KR" altLang="en-US" dirty="0" smtClean="0"/>
              <a:t> 문자열을 다른 </a:t>
            </a:r>
            <a:r>
              <a:rPr lang="en-US" altLang="ko-KR" dirty="0" smtClean="0"/>
              <a:t>Client</a:t>
            </a:r>
            <a:r>
              <a:rPr lang="ko-KR" altLang="en-US" dirty="0" smtClean="0"/>
              <a:t>에게 출력한다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2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996952"/>
            <a:ext cx="269817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/>
              <a:t>데모 </a:t>
            </a:r>
            <a:r>
              <a:rPr lang="ko-KR" altLang="en-US" sz="4400" dirty="0" smtClean="0"/>
              <a:t>영상 </a:t>
            </a:r>
            <a:endParaRPr lang="en-US" altLang="ko-KR" sz="2800" dirty="0"/>
          </a:p>
          <a:p>
            <a:endParaRPr lang="en-US" altLang="ko-KR" sz="4400" dirty="0" smtClean="0"/>
          </a:p>
          <a:p>
            <a:r>
              <a:rPr lang="en-US" altLang="ko-KR" sz="4400" dirty="0"/>
              <a:t> </a:t>
            </a:r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en-US" altLang="ko-KR" sz="4400" dirty="0" smtClean="0"/>
          </a:p>
          <a:p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0684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59" y="764704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데모 </a:t>
            </a:r>
            <a:r>
              <a:rPr lang="ko-KR" altLang="en-US" sz="3200" dirty="0" smtClean="0"/>
              <a:t>영상</a:t>
            </a:r>
            <a:endParaRPr lang="en-US" altLang="ko-KR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27584" y="1768748"/>
            <a:ext cx="6607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endParaRPr lang="en-US" altLang="ko-KR" dirty="0"/>
          </a:p>
          <a:p>
            <a:r>
              <a:rPr lang="en-US" altLang="ko-KR" dirty="0" smtClean="0"/>
              <a:t>        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41784" y="3105835"/>
            <a:ext cx="6606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github.com/0verc10ck/Sysprog/blob/master/demo</a:t>
            </a:r>
            <a:endParaRPr lang="en-US" altLang="ko-KR" dirty="0" smtClean="0"/>
          </a:p>
          <a:p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github.com/0verc10ck/Sysprog/blob/master/demo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198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771800" y="2636912"/>
            <a:ext cx="296824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800" dirty="0" smtClean="0"/>
              <a:t>Thank you!</a:t>
            </a:r>
          </a:p>
          <a:p>
            <a:r>
              <a:rPr lang="en-US" altLang="ko-KR" sz="4800" dirty="0"/>
              <a:t> </a:t>
            </a:r>
            <a:r>
              <a:rPr lang="en-US" altLang="ko-KR" sz="4800" dirty="0" smtClean="0"/>
              <a:t>     </a:t>
            </a:r>
            <a:r>
              <a:rPr lang="en-US" altLang="ko-KR" sz="4800" dirty="0" err="1" smtClean="0"/>
              <a:t>QnA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7540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근접">
  <a:themeElements>
    <a:clrScheme name="근접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근접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3012</TotalTime>
  <Words>587</Words>
  <Application>Microsoft Office PowerPoint</Application>
  <PresentationFormat>화면 슬라이드 쇼(4:3)</PresentationFormat>
  <Paragraphs>230</Paragraphs>
  <Slides>21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근접</vt:lpstr>
      <vt:lpstr>“조커뽑기 게임”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해외대학 교환학생 지원시스템</dc:title>
  <dc:creator>Windows 사용자</dc:creator>
  <cp:lastModifiedBy>User</cp:lastModifiedBy>
  <cp:revision>139</cp:revision>
  <dcterms:created xsi:type="dcterms:W3CDTF">2018-09-29T11:24:28Z</dcterms:created>
  <dcterms:modified xsi:type="dcterms:W3CDTF">2018-12-21T00:48:00Z</dcterms:modified>
</cp:coreProperties>
</file>